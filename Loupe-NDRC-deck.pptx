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tagline. The line under it is the argument, and</a:t>
            </a:r>
          </a:p>
          <a:p>
            <a:r>
              <a:t>it is the one sentence that frames every slide that follows.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246120"/>
            <a:ext cx="1063721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An investigation platform for fraud and criminal casework — 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$2.5M–$7.5M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 of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private criminal-defence matters run in the US every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a target population of one to five thousand practices. The UK adds ~80,200 open Crown Court cases, 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$38k–$139k.
With Loupe, $16k–$20k.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$130,575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$139,025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$20,450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$22,000–$119,000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$0.6M–$1.4M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