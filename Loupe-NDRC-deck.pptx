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 because retrieval was not a sample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87044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 and 5,000 per extraction job; CoCounsel manages ~200 per run;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on thirty axes before we built.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70048"/>
            <a:ext cx="3520440" cy="2606040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98064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Cellebrite · Magnet · Palantir · Pathfinder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Real structure, real graphs, and they own the extraction. Pathfinder is marketed solely to law enforcement and intelligence; GrayKey is not sold to the private sector at all. What a defence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70048"/>
            <a:ext cx="3520440" cy="2606040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98064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Relativity · Everlaw · DISCO · Reveal · Harvey · CoCounsel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70048"/>
            <a:ext cx="3520440" cy="2606040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98064"/>
            <a:ext cx="3191256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TrialKit · Matey · JusticeText · Longeye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Four funded companies selling AI to criminal defence, $2.5–7.5M seed each, with the bar associations and the certifications. </a:t>
            </a:r>
            <a:r>
              <a:rPr sz="115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50" b="0" i="0">
                <a:solidFill>
                  <a:srgbClr val="9A9DA5"/>
                </a:solidFill>
                <a:latin typeface="IBM Plex Sans"/>
              </a:rPr>
              <a:t> All four answer by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8640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That is not an accident of scoring — modelling evidence and serving this buyer are different problems sold to different customers, and whoever solved one has no commercial reason to solve the other.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 serious case costs $38–139k.
With Loupe, $16–20k.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ten-phone federal case.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serious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serious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$0.6–1.4M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