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screenshots only. Resist the feature list.</a:t>
            </a:r>
          </a:p>
          <a:p/>
          <a:p>
            <a:r>
              <a:t>The right-hand screenshot is the whole pitch. An investor who understands that</a:t>
            </a:r>
          </a:p>
          <a:p>
            <a:r>
              <a:t>one click understands the company. Rehearse it as a live demo if you get a</a:t>
            </a:r>
          </a:p>
          <a:p>
            <a:r>
              <a:t>meeting. Capture it with the RESULT GRAPH VISIBLE beside the cited text — that</a:t>
            </a:r>
          </a:p>
          <a:p>
            <a:r>
              <a:t>shows the answer being grounded and structured in one frame, and it keeps the</a:t>
            </a:r>
          </a:p>
          <a:p>
            <a:r>
              <a:t>graph in the deck where it belongs: as a result, not a landing page.</a:t>
            </a:r>
          </a:p>
          <a:p/>
          <a:p>
            <a:r>
              <a:t>DO NOT LEAD WITH THE CASE GRAPH. A hairball is the most clichéd image in this</a:t>
            </a:r>
          </a:p>
          <a:p>
            <a:r>
              <a:t>category — Palantir, i2, Siren, Linkurious all lead with it. It puts you in the</a:t>
            </a:r>
          </a:p>
          <a:p>
            <a:r>
              <a:t>comparison slides 5 and 6 spend their time declining, and nobody parses a dense</a:t>
            </a:r>
          </a:p>
          <a:p>
            <a:r>
              <a:t>graph at slide scale anyway. Same reason the product's default view is moving off</a:t>
            </a:r>
          </a:p>
          <a:p>
            <a:r>
              <a:t>it: a case that opens on ten thousand nodes is useless to a working investigator.</a:t>
            </a:r>
          </a:p>
          <a:p/>
          <a:p>
            <a:r>
              <a:t>NAME THE LOUPE. A Loupe is the product's core curation object — a bonded</a:t>
            </a:r>
          </a:p>
          <a:p>
            <a:r>
              <a:t>collection of documents, highlighted passages, entities and events, with its own</a:t>
            </a:r>
          </a:p>
          <a:p>
            <a:r>
              <a:t>identity and description, bound together to explain an event, a sequence or a</a:t>
            </a:r>
          </a:p>
          <a:p>
            <a:r>
              <a:t>thing. It is why the company is called what it is, and it is the thing a</a:t>
            </a:r>
          </a:p>
          <a:p>
            <a:r>
              <a:t>competitor cannot copy by improving their extraction. Pre-empts "isn't this just</a:t>
            </a:r>
          </a:p>
          <a:p>
            <a:r>
              <a:t>an extraction pipeline?" before slide 5 has to argue it.</a:t>
            </a:r>
          </a:p>
          <a:p/>
          <a:p>
            <a:r>
              <a:t>A Loupe is also the better picture: a timeline reads in three seconds, it shows</a:t>
            </a:r>
          </a:p>
          <a:p>
            <a:r>
              <a:t>evidence a person bound deliberately rather than connections a machine inferred,</a:t>
            </a:r>
          </a:p>
          <a:p>
            <a:r>
              <a:t>and no competitor's deck has this image.</a:t>
            </a:r>
          </a:p>
          <a:p/>
          <a:p>
            <a:r>
              <a:t>Keep the graph for the demo and for the answer when a technical partner asks what</a:t>
            </a:r>
          </a:p>
          <a:p>
            <a:r>
              <a:t>is underneath. And if you get to demo anything beyond the citation click, demo the</a:t>
            </a:r>
          </a:p>
          <a:p>
            <a:r>
              <a:t>Loupe being built: highlight five sentences across three documents, bind them, and</a:t>
            </a:r>
          </a:p>
          <a:p>
            <a:r>
              <a:t>you have a fully evidenced narrative viewable as a timeline or a graph.</a:t>
            </a:r>
          </a:p>
          <a:p/>
          <a:p>
            <a:r>
              <a:t>IN YOUR POCKET: "We moved the default view off the graph because opening a case on</a:t>
            </a:r>
          </a:p>
          <a:p>
            <a:r>
              <a:t>ten thousand nodes is what every tool in this category does, and it's useless to a</a:t>
            </a:r>
          </a:p>
          <a:p>
            <a:r>
              <a:t>working investigator." Small, concrete evidence for slide 6's customer-led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310128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Bare LLMs remain unusable in evidence work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— no provenance, no audit, no confidentiality.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The gap between (2) and (3) is exactly where Loupe sits: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trust layer that makes AI admissible in investigative work.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4937760" cy="260604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9DA5"/>
                </a:solidFill>
                <a:latin typeface="IBM Plex Sans"/>
              </a:rPr>
              <a:t>Five highlighted passages from three documents,
bound into one evidenced narrative timeline.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2148840"/>
            <a:ext cx="4937760" cy="260604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7F7F8"/>
                </a:solidFill>
                <a:latin typeface="IBM Plex Sans"/>
              </a:rPr>
              <a:t>Every fact carries the verbatim quote, source location and confidence it rests on.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Investigators highlight what matters and bind it into </a:t>
            </a:r>
            <a:r>
              <a:rPr sz="1500" b="1" i="0">
                <a:solidFill>
                  <a:srgbClr val="9A9DA5"/>
                </a:solidFill>
                <a:latin typeface="IBM Plex Sans"/>
              </a:rPr>
              <a:t>Loupes</a:t>
            </a:r>
            <a:r>
              <a:rPr sz="1500" b="0" i="0">
                <a:solidFill>
                  <a:srgbClr val="9A9DA5"/>
                </a:solidFill>
                <a:latin typeface="IBM Plex Sans"/>
              </a:rPr>
              <a:t> — evidenced collections that carry the narrative, not just the extraction. The product is named after them.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Ingest  →  Ground  →  Connect  →  Explore  →  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91640"/>
          <a:ext cx="10634472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Entire corpora: thousands of documents, multi-gigabyte phone reports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Answers in prose, one conversation at a time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Cites every claim to the page — and runs tools: builds Loupes, groupings and outputs from plain instruction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5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2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10+ years in data engineering, AI systems and full-stack development.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Data infrastructure, security and scalable systems. Core engineering, database architecture, deployment operations.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casework. US-based.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4360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50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matters. The per-matter cost model is what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