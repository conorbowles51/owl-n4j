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Bare LLMs remain unusable in evidence work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the model and returns the actual matching set, every claim carrying its page — then runs tools: Loupes, groupings, timelines, outputs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779008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 and 5,000 per extraction job; CoCounsel manages ~200 per run;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 serious case costs $38–139k.
With Loupe, $16–20k.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ten-phone federal case.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serious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serious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$0.6–1.4M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