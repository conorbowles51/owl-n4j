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tagline. The line under it is the argument, and</a:t>
            </a:r>
          </a:p>
          <a:p>
            <a:r>
              <a:t>it is the one sentence that frames every slide that follows.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246120"/>
            <a:ext cx="10637215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An investigation platform for fraud and criminal casework — 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across thirty capability axes.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Pathfinder is sold only to law enforcement and intelligence; GrayKey not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selling AI to criminal defence, $2.5–7.5M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How many of them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48,000–125,000 evidence-heavy private criminal-defence matters run in the US every year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, across a target population of one to five thousand practices. The UK adds ~80,200 open Crown Court cases, rising.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buyer receives evidence, cannot collect it, and cannot buy the analytics the other side runs 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That is the whole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$38–139k.
With Loupe, $16–20k.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$0.6–1.4M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6188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7F8"/>
                </a:solidFill>
                <a:latin typeface="IBM Plex Sans"/>
              </a:rPr>
              <a:t>Each stage is gated on one thing, which is what makes the sequence testable.</a:t>
            </a:r>
            <a:r>
              <a:rPr sz="1250" b="0" i="0">
                <a:solidFill>
                  <a:srgbClr val="F7F7F8"/>
                </a:solidFill>
                <a:latin typeface="IBM Plex Sans"/>
              </a:rPr>
              <a:t> Stage 1: a price validated on real matters. Stage 2: the bar-association channel converting. Stage 3: the per-matter model rebuilt on UK vendor and Legal Aid Agency rates. Stage 4: partners, because every jurisdiction carries its own procedure and disclosure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