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10+ years in data engineering, AI systems and full-stack development.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Data infrastructure, security and scalable systems. Core engineering, database architecture, deployment operations.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casework. US-based.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5760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F7F7F8"/>
                </a:solidFill>
                <a:latin typeface="IBM Plex Sans"/>
              </a:rPr>
              <a:t>Two founders full-time, clearing those gates, and running the agreed pilot to a signed contract. </a:t>
            </a:r>
            <a:r>
              <a:rPr sz="1500" b="1" i="0">
                <a:solidFill>
                  <a:srgbClr val="F7F7F8"/>
                </a:solidFill>
                <a:latin typeface="IBM Plex Sans"/>
              </a:rPr>
              <a:t>The pilot candidate is already secured.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286000"/>
            <a:ext cx="4434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EIR time on pricing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