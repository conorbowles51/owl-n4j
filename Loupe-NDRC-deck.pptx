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tagline. The line under it is the argument, and</a:t>
            </a:r>
          </a:p>
          <a:p>
            <a:r>
              <a:t>it is the one sentence that frames every slide that follows.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246120"/>
            <a:ext cx="10637215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An investigation platform for fraud and criminal casework — 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on thirty axes before we built.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Pathfinder is sold only to law enforcement and intelligence; GrayKey not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selling AI to criminal defence, $2.5–7.5M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$38–139k.
With Loupe, $16–20k.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$0.6–1.4M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