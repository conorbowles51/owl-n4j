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7F7F8"/>
                </a:solidFill>
                <a:latin typeface="IBM Plex Sans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Investigators highlight what matters and bind it into </a:t>
            </a:r>
            <a:r>
              <a:rPr sz="1500" b="1" i="0">
                <a:solidFill>
                  <a:srgbClr val="9A9DA5"/>
                </a:solidFill>
                <a:latin typeface="IBM Plex Sans"/>
              </a:rPr>
              <a:t>Loupes</a:t>
            </a:r>
            <a:r>
              <a:rPr sz="1500" b="0" i="0">
                <a:solidFill>
                  <a:srgbClr val="9A9DA5"/>
                </a:solidFill>
                <a:latin typeface="IBM Plex Sans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10+ years in data engineering, AI systems and full-stack development.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Data infrastructure, security and scalable systems. Core engineering, database architecture, deployment operations.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casework. US-based.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50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A security posture we can evidence now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test, and a written security package. Full certification is bought when a deal requires it, not held in advance.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